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Usage-Based Preventive Maintenance Planner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66666"/>
                </a:solidFill>
              </a:defRPr>
            </a:pPr>
            <a:r>
              <a:t>Project Analysis &amp; Overview</a:t>
            </a:r>
          </a:p>
          <a:p>
            <a:r>
              <a:t>For High-Value Diagnostic Equipment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The Problem: Calendar-Based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Traditional scheduling relies on fixed calendar intervals.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Ignores real-world factors: equipment utilization, age, and fault history.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Results in unplanned equipment downtime.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Maintenance is often performed too early on low-risk machines.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High-risk machines are serviced too late, jeopardizing continuity.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A data-driven, usage-based preventive maintenance planner.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Focuses on shared high-value medical equipment (MRI, CT scanners).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Dynamically calculates risk based on multifaceted metrics.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Schedules maintenance to minimize disruption to patient bookings.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Ensures operational continuity and reduces unexpected downtime.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Interpretable Risk-Scoring Engine: Configurable by administrators.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Feasible Maintenance Planner: Balances hard and soft constraints.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Synthetic Data Generation: Simulates real-world equipment operations.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Role-Based Access Control (RBAC): Admin, Manager, Technician, Ops.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Override Workflow &amp; Audit Logging: Complete traceability.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System Architecture &amp;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Frontend: Streamlit (Python) for rapid, interactive UI development.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Backend: Python ecosystem (Pandas, Numpy, scikit-learn).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Database: SQLite for lightweight, reliable data persistence.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Visualization: Plotly for interactive data and risk dashboards.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Quality Assurance: Pytest for unit and integration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Risk Scoring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Calculates an overall risk score using a weighted sum: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30% Utilisation: Wear and tear from heavy usage.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20% Age: Older machines pose higher failure risks.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20% Fault History: Frequency of recent operational faults.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15% Service History: Time elapsed since last maintenance.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15% Criticality: Operational importance of the specific 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Constraint-Based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Hard Constraints (Non-negotiable):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Technician availability must be confirmed.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Must not conflict with existing patient bookings.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Must fit within the operational window of the center.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Soft Constraints (Optimization):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Prefers periods of historically low utilization.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Aims to minimize overall operational disruption.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Role-Based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Admin: Manages users, configures risk weights, system settings.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Maintenance Manager: Reviews recommendations, approves schedules.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Has explicit override capabilities documented via Audit Logs.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Technician: Views assigned maintenance tasks, updates statuses.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Operations Staff: Views overall schedule to plan patient bookings.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Evaluation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Target Metric: &gt;20% reduction in unplanned downtime.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Methodology: Comparing the usage-based model against a baseline calendar-only schedule.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Impact: Improved equipment availability translates to higher revenue and better patient care.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Dashboards: Provides real-time metrics comparing downtime strategies.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IoT Telemetry Integration: Real-time sensor data for fault detection.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Time-Series Forecasting: AI models to predict precise failure windows.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Multi-Center Deployment: Scaling the platform across hospital networks.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Regulatory Compliance: Integrating manufacturer maintenance requirements.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Advanced Analytics: Deep learning for spare parts inventory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